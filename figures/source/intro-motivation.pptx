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006"/>
    <p:restoredTop sz="94699"/>
  </p:normalViewPr>
  <p:slideViewPr>
    <p:cSldViewPr snapToGrid="0">
      <p:cViewPr varScale="1">
        <p:scale>
          <a:sx n="115" d="100"/>
          <a:sy n="115" d="100"/>
        </p:scale>
        <p:origin x="2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DA6AB6-ED7B-AC59-A6EB-4FB9A0B40E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FAFA5C7-C6E4-944A-FF7E-7A3153EEEF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7614E4-FA8D-29B8-C68A-155665DD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B2FA6-ABC3-3A40-9E71-D6B2E645FE65}" type="datetimeFigureOut">
              <a:rPr kumimoji="1" lang="zh-CN" altLang="en-US" smtClean="0"/>
              <a:t>2026/9/7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06BDFF-97FB-3017-2331-DB7577048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84A1C5-D489-E2EF-6ED9-CFCE2B1B0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0EE8-C297-E24F-8F02-E00C46E4EBE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98954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E6C94E-67FB-36EA-8DF1-9BB44EE39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498570-1052-90C5-B57E-6E9A05557D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A4D6C1-FFDA-7C22-EECF-4DE99BE2E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B2FA6-ABC3-3A40-9E71-D6B2E645FE65}" type="datetimeFigureOut">
              <a:rPr kumimoji="1" lang="zh-CN" altLang="en-US" smtClean="0"/>
              <a:t>2026/9/7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C4E292-2524-1843-52A2-21981E967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BDCF99-F307-6537-A945-2A1D6DFCB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0EE8-C297-E24F-8F02-E00C46E4EBE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63378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230EA9-BA96-5774-69EB-5BE5865A1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6227D51-23C9-871C-4549-6184ED49E2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F56A26-C564-B665-EFF4-9C8999D78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B2FA6-ABC3-3A40-9E71-D6B2E645FE65}" type="datetimeFigureOut">
              <a:rPr kumimoji="1" lang="zh-CN" altLang="en-US" smtClean="0"/>
              <a:t>2026/9/7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037FF3-91F9-4F97-E4A6-35AA0E49F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AC75E5-4865-B497-2ABC-D8D43102B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0EE8-C297-E24F-8F02-E00C46E4EBE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12204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2D59FC-3482-F172-C611-ECE4DB658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EFE55B-BBC7-FA6B-4EBC-15C4348F0D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ABE0A1F-DDFF-B988-5E72-0C62DF232F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63118D7-5571-D63A-8C6C-9299D10FF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B2FA6-ABC3-3A40-9E71-D6B2E645FE65}" type="datetimeFigureOut">
              <a:rPr kumimoji="1" lang="zh-CN" altLang="en-US" smtClean="0"/>
              <a:t>2026/9/7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673268E-BBB1-DCFF-7BB6-D861D81CD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F77188A-F768-FB21-B122-0E561B229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0EE8-C297-E24F-8F02-E00C46E4EBE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1723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14E0EB-6BF6-FF00-49CD-58D723136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65E0A2F-363A-0C55-B18A-6CD081FCCA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E875730-0449-9203-71BB-74438CAEA2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5D77343-A85B-CA58-B8FE-127584111C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39C6680-DCE6-5608-EA76-EACED123EF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3A01880-5324-0929-F992-6A8C4A59F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B2FA6-ABC3-3A40-9E71-D6B2E645FE65}" type="datetimeFigureOut">
              <a:rPr kumimoji="1" lang="zh-CN" altLang="en-US" smtClean="0"/>
              <a:t>2026/9/7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98A193D-3439-5A15-0F6D-698353E5C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285998A-624F-E6CF-BDCD-7FAE6F3AF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0EE8-C297-E24F-8F02-E00C46E4EBE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17004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318F36-4D71-538E-82CB-C2EEC37AF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B3E470C-F3D0-454B-F914-7D4DB0CD0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B2FA6-ABC3-3A40-9E71-D6B2E645FE65}" type="datetimeFigureOut">
              <a:rPr kumimoji="1" lang="zh-CN" altLang="en-US" smtClean="0"/>
              <a:t>2026/9/7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C810120-6AA0-1988-7EC4-55E716CF1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D3BFDE0-BEF2-FD14-C831-65CA55B4B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0EE8-C297-E24F-8F02-E00C46E4EBE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06705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474FCF-C17E-5EBA-00CB-E792EB476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B2FA6-ABC3-3A40-9E71-D6B2E645FE65}" type="datetimeFigureOut">
              <a:rPr kumimoji="1" lang="zh-CN" altLang="en-US" smtClean="0"/>
              <a:t>2026/9/7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C53350B-F61F-FE8C-E302-23CCD3760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9C54B8F-8203-CED9-71AD-350EB053C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0EE8-C297-E24F-8F02-E00C46E4EBE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65274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C8C11F-BAF6-EDE9-3418-13A6FBEDD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DD1E4B-21F1-EA98-AC87-4577129CC8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DEAF055-78B6-0DD2-DC65-1422C8B75B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5CB4054-D097-9ADC-B70C-0057BE79E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B2FA6-ABC3-3A40-9E71-D6B2E645FE65}" type="datetimeFigureOut">
              <a:rPr kumimoji="1" lang="zh-CN" altLang="en-US" smtClean="0"/>
              <a:t>2026/9/7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03CEA85-CCBB-3933-24E7-DEF55995F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DDFD6C8-2589-78EA-5E02-500611188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0EE8-C297-E24F-8F02-E00C46E4EBE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73806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E9451D-AED1-AADF-B63B-3558CEB29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9146E4F-2888-1E93-5321-5C8488EB9E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0D56E88-BA0D-A078-BC77-7D3D5539C6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9F35EA4-E7F2-2802-47FD-2C9956DBD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B2FA6-ABC3-3A40-9E71-D6B2E645FE65}" type="datetimeFigureOut">
              <a:rPr kumimoji="1" lang="zh-CN" altLang="en-US" smtClean="0"/>
              <a:t>2026/9/7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3373A13-407A-2250-5FB7-79E0E6552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E880AD5-898F-6E8F-02E3-DC007BDE0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0EE8-C297-E24F-8F02-E00C46E4EBE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17241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79DF1D-F01C-3466-865D-0CFBAB138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FE4ED5F-5147-4FB8-F959-A68F4D00E2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A68B30-49F2-0E46-2031-9C0AC5FDC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B2FA6-ABC3-3A40-9E71-D6B2E645FE65}" type="datetimeFigureOut">
              <a:rPr kumimoji="1" lang="zh-CN" altLang="en-US" smtClean="0"/>
              <a:t>2026/9/7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0E6BCE-B35A-DD33-EED8-50762CB18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D1EBEC-601D-F37D-11B6-A375ABE4A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0EE8-C297-E24F-8F02-E00C46E4EBE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47075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26D4F65-F4D5-A750-9BF2-282366C9F3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EB9742A-737E-454D-6EEF-580D7035E6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7BB6DD-4705-4A85-86CC-946B67A18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B2FA6-ABC3-3A40-9E71-D6B2E645FE65}" type="datetimeFigureOut">
              <a:rPr kumimoji="1" lang="zh-CN" altLang="en-US" smtClean="0"/>
              <a:t>2026/9/7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3AEA3F-C597-0FE0-32C2-E7324F7BD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806939-08DC-9326-740D-3D1B2F78E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0EE8-C297-E24F-8F02-E00C46E4EBE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03616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50AE5CD-17F3-FA98-A353-B34015D2B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DDA8670-A628-CD0F-BC9A-BDBE1C68B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8ADE88-D9BA-0801-71DC-0CF9807C4B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CB2FA6-ABC3-3A40-9E71-D6B2E645FE65}" type="datetimeFigureOut">
              <a:rPr kumimoji="1" lang="zh-CN" altLang="en-US" smtClean="0"/>
              <a:t>2026/9/7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BE5DE1-DD94-4080-77A5-EC66E4023C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3EAE8A9-14AB-DF04-D2BF-6B0DFBC46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490EE8-C297-E24F-8F02-E00C46E4EBE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50700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圆角矩形 58">
            <a:extLst>
              <a:ext uri="{FF2B5EF4-FFF2-40B4-BE49-F238E27FC236}">
                <a16:creationId xmlns:a16="http://schemas.microsoft.com/office/drawing/2014/main" id="{9702484F-EA97-CC15-C0EA-BC06D3C13962}"/>
              </a:ext>
            </a:extLst>
          </p:cNvPr>
          <p:cNvSpPr/>
          <p:nvPr/>
        </p:nvSpPr>
        <p:spPr>
          <a:xfrm>
            <a:off x="8045745" y="1316269"/>
            <a:ext cx="1913459" cy="598879"/>
          </a:xfrm>
          <a:prstGeom prst="roundRect">
            <a:avLst>
              <a:gd name="adj" fmla="val 4009"/>
            </a:avLst>
          </a:prstGeom>
          <a:solidFill>
            <a:schemeClr val="bg1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6" name="圆角矩形 58">
            <a:extLst>
              <a:ext uri="{FF2B5EF4-FFF2-40B4-BE49-F238E27FC236}">
                <a16:creationId xmlns:a16="http://schemas.microsoft.com/office/drawing/2014/main" id="{11625C85-68F7-4A9D-EDC2-373605289281}"/>
              </a:ext>
            </a:extLst>
          </p:cNvPr>
          <p:cNvSpPr/>
          <p:nvPr/>
        </p:nvSpPr>
        <p:spPr>
          <a:xfrm>
            <a:off x="5362410" y="1309520"/>
            <a:ext cx="1820268" cy="599551"/>
          </a:xfrm>
          <a:prstGeom prst="roundRect">
            <a:avLst>
              <a:gd name="adj" fmla="val 4009"/>
            </a:avLst>
          </a:prstGeom>
          <a:solidFill>
            <a:schemeClr val="bg1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9" name="圆角矩形 58">
            <a:extLst>
              <a:ext uri="{FF2B5EF4-FFF2-40B4-BE49-F238E27FC236}">
                <a16:creationId xmlns:a16="http://schemas.microsoft.com/office/drawing/2014/main" id="{878EF733-A36F-1F53-05C8-28FA89E50E11}"/>
              </a:ext>
            </a:extLst>
          </p:cNvPr>
          <p:cNvSpPr/>
          <p:nvPr/>
        </p:nvSpPr>
        <p:spPr>
          <a:xfrm>
            <a:off x="2826851" y="1310032"/>
            <a:ext cx="1740861" cy="598879"/>
          </a:xfrm>
          <a:prstGeom prst="roundRect">
            <a:avLst>
              <a:gd name="adj" fmla="val 4009"/>
            </a:avLst>
          </a:prstGeom>
          <a:solidFill>
            <a:schemeClr val="bg1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0549345-68B8-122F-EE0C-0275597E54EB}"/>
              </a:ext>
            </a:extLst>
          </p:cNvPr>
          <p:cNvSpPr txBox="1"/>
          <p:nvPr/>
        </p:nvSpPr>
        <p:spPr>
          <a:xfrm>
            <a:off x="2822834" y="726469"/>
            <a:ext cx="7136370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 mechanism, cohort omics, and target evidence jointly support ABL1 in AML</a:t>
            </a:r>
            <a:r>
              <a:rPr lang="zh-CN" altLang="zh-CN" sz="1600" i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?</a:t>
            </a:r>
            <a:endParaRPr kumimoji="1" lang="zh-CN" altLang="en-US" sz="1600" i="1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9DF2A613-2ED9-5B27-5923-6357DCD6491A}"/>
              </a:ext>
            </a:extLst>
          </p:cNvPr>
          <p:cNvSpPr/>
          <p:nvPr/>
        </p:nvSpPr>
        <p:spPr>
          <a:xfrm>
            <a:off x="3005675" y="1409951"/>
            <a:ext cx="401444" cy="401444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19A0947-E0D1-70EE-4C43-C36141A2C54C}"/>
              </a:ext>
            </a:extLst>
          </p:cNvPr>
          <p:cNvSpPr/>
          <p:nvPr/>
        </p:nvSpPr>
        <p:spPr>
          <a:xfrm>
            <a:off x="5462920" y="1409951"/>
            <a:ext cx="403412" cy="40144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三角形 12">
            <a:extLst>
              <a:ext uri="{FF2B5EF4-FFF2-40B4-BE49-F238E27FC236}">
                <a16:creationId xmlns:a16="http://schemas.microsoft.com/office/drawing/2014/main" id="{87D9A976-0D85-BD17-10D9-EDBD6F8D539C}"/>
              </a:ext>
            </a:extLst>
          </p:cNvPr>
          <p:cNvSpPr/>
          <p:nvPr/>
        </p:nvSpPr>
        <p:spPr>
          <a:xfrm>
            <a:off x="8108769" y="1408785"/>
            <a:ext cx="496408" cy="401444"/>
          </a:xfrm>
          <a:prstGeom prst="triangle">
            <a:avLst/>
          </a:prstGeom>
          <a:solidFill>
            <a:schemeClr val="tx2">
              <a:lumMod val="20000"/>
              <a:lumOff val="80000"/>
            </a:schemeClr>
          </a:solidFill>
          <a:ln w="254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C997B1B-E969-FF4F-A055-033638DE72C3}"/>
              </a:ext>
            </a:extLst>
          </p:cNvPr>
          <p:cNvSpPr txBox="1"/>
          <p:nvPr/>
        </p:nvSpPr>
        <p:spPr>
          <a:xfrm>
            <a:off x="3429672" y="1311916"/>
            <a:ext cx="1144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Mechanism</a:t>
            </a:r>
            <a:endParaRPr kumimoji="1"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34C6E96-C548-FB72-97E7-28FE6748933C}"/>
              </a:ext>
            </a:extLst>
          </p:cNvPr>
          <p:cNvSpPr txBox="1"/>
          <p:nvPr/>
        </p:nvSpPr>
        <p:spPr>
          <a:xfrm>
            <a:off x="5886959" y="1311916"/>
            <a:ext cx="13452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Omics</a:t>
            </a:r>
            <a:endParaRPr kumimoji="1"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006586E-7CCE-BC53-7A8F-B5CF7E21281A}"/>
              </a:ext>
            </a:extLst>
          </p:cNvPr>
          <p:cNvSpPr txBox="1"/>
          <p:nvPr/>
        </p:nvSpPr>
        <p:spPr>
          <a:xfrm>
            <a:off x="8553436" y="1311916"/>
            <a:ext cx="14057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Support</a:t>
            </a:r>
            <a:endParaRPr kumimoji="1"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11229AD6-B26E-194B-EBEB-D5A7F17F1726}"/>
              </a:ext>
            </a:extLst>
          </p:cNvPr>
          <p:cNvSpPr/>
          <p:nvPr/>
        </p:nvSpPr>
        <p:spPr>
          <a:xfrm>
            <a:off x="2826235" y="2470720"/>
            <a:ext cx="2243306" cy="2333065"/>
          </a:xfrm>
          <a:prstGeom prst="roundRect">
            <a:avLst>
              <a:gd name="adj" fmla="val 4009"/>
            </a:avLst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47F6B59A-5FCB-44DD-A391-862B08AA5548}"/>
              </a:ext>
            </a:extLst>
          </p:cNvPr>
          <p:cNvSpPr/>
          <p:nvPr/>
        </p:nvSpPr>
        <p:spPr>
          <a:xfrm>
            <a:off x="5255086" y="2470721"/>
            <a:ext cx="2243306" cy="2333064"/>
          </a:xfrm>
          <a:prstGeom prst="roundRect">
            <a:avLst>
              <a:gd name="adj" fmla="val 4009"/>
            </a:avLst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071C6A8A-1421-8182-3FAF-C16D91747960}"/>
              </a:ext>
            </a:extLst>
          </p:cNvPr>
          <p:cNvSpPr/>
          <p:nvPr/>
        </p:nvSpPr>
        <p:spPr>
          <a:xfrm>
            <a:off x="7683937" y="2470720"/>
            <a:ext cx="2243306" cy="2333063"/>
          </a:xfrm>
          <a:prstGeom prst="roundRect">
            <a:avLst>
              <a:gd name="adj" fmla="val 4009"/>
            </a:avLst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chemeClr val="accent6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B4BB3F5-656D-234A-6501-31881DA30EBB}"/>
              </a:ext>
            </a:extLst>
          </p:cNvPr>
          <p:cNvSpPr txBox="1"/>
          <p:nvPr/>
        </p:nvSpPr>
        <p:spPr>
          <a:xfrm>
            <a:off x="3054855" y="2470721"/>
            <a:ext cx="17860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6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</a:t>
            </a:r>
            <a:r>
              <a:rPr kumimoji="1" lang="zh-CN" altLang="en-US" sz="16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Corpus</a:t>
            </a:r>
            <a:endParaRPr kumimoji="1" lang="zh-CN" altLang="en-US" sz="1600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9988D7E-2C3B-E475-D4A2-4AB1E8F2F20B}"/>
              </a:ext>
            </a:extLst>
          </p:cNvPr>
          <p:cNvSpPr txBox="1"/>
          <p:nvPr/>
        </p:nvSpPr>
        <p:spPr>
          <a:xfrm>
            <a:off x="5692900" y="2470721"/>
            <a:ext cx="13676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6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Semantic</a:t>
            </a:r>
            <a:r>
              <a:rPr kumimoji="1" lang="zh-CN" altLang="en-US" sz="16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KG</a:t>
            </a:r>
            <a:endParaRPr kumimoji="1" lang="zh-CN" altLang="en-US" sz="1600" b="1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F7427EA-F666-D193-4D08-0C2376A3D5D9}"/>
              </a:ext>
            </a:extLst>
          </p:cNvPr>
          <p:cNvSpPr txBox="1"/>
          <p:nvPr/>
        </p:nvSpPr>
        <p:spPr>
          <a:xfrm>
            <a:off x="7997519" y="2470721"/>
            <a:ext cx="16161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6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Evidence</a:t>
            </a:r>
            <a:r>
              <a:rPr kumimoji="1" lang="zh-CN" altLang="en-US" sz="16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Graph</a:t>
            </a:r>
            <a:endParaRPr kumimoji="1" lang="zh-CN" altLang="en-US" sz="16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1106D39D-9F9B-E2DF-9849-D7329277BDFC}"/>
              </a:ext>
            </a:extLst>
          </p:cNvPr>
          <p:cNvSpPr/>
          <p:nvPr/>
        </p:nvSpPr>
        <p:spPr>
          <a:xfrm>
            <a:off x="2999752" y="2884504"/>
            <a:ext cx="1896270" cy="460276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A8BF546B-E9B5-E3EE-0FCC-EBF988A0EE19}"/>
              </a:ext>
            </a:extLst>
          </p:cNvPr>
          <p:cNvSpPr/>
          <p:nvPr/>
        </p:nvSpPr>
        <p:spPr>
          <a:xfrm>
            <a:off x="3168961" y="2964668"/>
            <a:ext cx="311530" cy="315404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6" name="直线连接符 25">
            <a:extLst>
              <a:ext uri="{FF2B5EF4-FFF2-40B4-BE49-F238E27FC236}">
                <a16:creationId xmlns:a16="http://schemas.microsoft.com/office/drawing/2014/main" id="{859B056B-362F-FB1A-1742-D86BD801B8B7}"/>
              </a:ext>
            </a:extLst>
          </p:cNvPr>
          <p:cNvCxnSpPr/>
          <p:nvPr/>
        </p:nvCxnSpPr>
        <p:spPr>
          <a:xfrm>
            <a:off x="3607085" y="3005009"/>
            <a:ext cx="981635" cy="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连接符 26">
            <a:extLst>
              <a:ext uri="{FF2B5EF4-FFF2-40B4-BE49-F238E27FC236}">
                <a16:creationId xmlns:a16="http://schemas.microsoft.com/office/drawing/2014/main" id="{B944C720-ADB7-4D48-066A-0087294E68E2}"/>
              </a:ext>
            </a:extLst>
          </p:cNvPr>
          <p:cNvCxnSpPr/>
          <p:nvPr/>
        </p:nvCxnSpPr>
        <p:spPr>
          <a:xfrm>
            <a:off x="3786379" y="3117068"/>
            <a:ext cx="981635" cy="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线连接符 27">
            <a:extLst>
              <a:ext uri="{FF2B5EF4-FFF2-40B4-BE49-F238E27FC236}">
                <a16:creationId xmlns:a16="http://schemas.microsoft.com/office/drawing/2014/main" id="{9697451B-9547-DEA7-A163-E4E6754EDBC6}"/>
              </a:ext>
            </a:extLst>
          </p:cNvPr>
          <p:cNvCxnSpPr>
            <a:cxnSpLocks/>
          </p:cNvCxnSpPr>
          <p:nvPr/>
        </p:nvCxnSpPr>
        <p:spPr>
          <a:xfrm>
            <a:off x="3669839" y="3229127"/>
            <a:ext cx="471856" cy="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线连接符 29">
            <a:extLst>
              <a:ext uri="{FF2B5EF4-FFF2-40B4-BE49-F238E27FC236}">
                <a16:creationId xmlns:a16="http://schemas.microsoft.com/office/drawing/2014/main" id="{AACAD66E-92FD-66B1-FBD7-5F1872D355FE}"/>
              </a:ext>
            </a:extLst>
          </p:cNvPr>
          <p:cNvCxnSpPr>
            <a:cxnSpLocks/>
          </p:cNvCxnSpPr>
          <p:nvPr/>
        </p:nvCxnSpPr>
        <p:spPr>
          <a:xfrm>
            <a:off x="4239096" y="3233610"/>
            <a:ext cx="471856" cy="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EE9E0559-2965-500D-6BB8-41D266C22B30}"/>
              </a:ext>
            </a:extLst>
          </p:cNvPr>
          <p:cNvSpPr/>
          <p:nvPr/>
        </p:nvSpPr>
        <p:spPr>
          <a:xfrm>
            <a:off x="2999752" y="3453245"/>
            <a:ext cx="1896270" cy="460276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3" name="直线连接符 32">
            <a:extLst>
              <a:ext uri="{FF2B5EF4-FFF2-40B4-BE49-F238E27FC236}">
                <a16:creationId xmlns:a16="http://schemas.microsoft.com/office/drawing/2014/main" id="{0D05ACF6-B5C0-CB0D-9BCD-CE877B581148}"/>
              </a:ext>
            </a:extLst>
          </p:cNvPr>
          <p:cNvCxnSpPr/>
          <p:nvPr/>
        </p:nvCxnSpPr>
        <p:spPr>
          <a:xfrm>
            <a:off x="3191993" y="3573750"/>
            <a:ext cx="981635" cy="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线连接符 34">
            <a:extLst>
              <a:ext uri="{FF2B5EF4-FFF2-40B4-BE49-F238E27FC236}">
                <a16:creationId xmlns:a16="http://schemas.microsoft.com/office/drawing/2014/main" id="{87541551-A0EA-83DE-D9B0-677F35249913}"/>
              </a:ext>
            </a:extLst>
          </p:cNvPr>
          <p:cNvCxnSpPr>
            <a:cxnSpLocks/>
          </p:cNvCxnSpPr>
          <p:nvPr/>
        </p:nvCxnSpPr>
        <p:spPr>
          <a:xfrm>
            <a:off x="3254747" y="3797868"/>
            <a:ext cx="471856" cy="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线连接符 35">
            <a:extLst>
              <a:ext uri="{FF2B5EF4-FFF2-40B4-BE49-F238E27FC236}">
                <a16:creationId xmlns:a16="http://schemas.microsoft.com/office/drawing/2014/main" id="{A56841B9-DEA9-949A-3312-BA01DB7513FD}"/>
              </a:ext>
            </a:extLst>
          </p:cNvPr>
          <p:cNvCxnSpPr>
            <a:cxnSpLocks/>
          </p:cNvCxnSpPr>
          <p:nvPr/>
        </p:nvCxnSpPr>
        <p:spPr>
          <a:xfrm>
            <a:off x="3824004" y="3802351"/>
            <a:ext cx="471856" cy="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圆角矩形 36">
            <a:extLst>
              <a:ext uri="{FF2B5EF4-FFF2-40B4-BE49-F238E27FC236}">
                <a16:creationId xmlns:a16="http://schemas.microsoft.com/office/drawing/2014/main" id="{D53970FE-D796-05B0-2D28-920404FD2B65}"/>
              </a:ext>
            </a:extLst>
          </p:cNvPr>
          <p:cNvSpPr/>
          <p:nvPr/>
        </p:nvSpPr>
        <p:spPr>
          <a:xfrm>
            <a:off x="2998694" y="4016035"/>
            <a:ext cx="1896270" cy="460276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41" name="直线连接符 40">
            <a:extLst>
              <a:ext uri="{FF2B5EF4-FFF2-40B4-BE49-F238E27FC236}">
                <a16:creationId xmlns:a16="http://schemas.microsoft.com/office/drawing/2014/main" id="{ACFA6D3C-3833-1A96-C40C-3A5426C13F86}"/>
              </a:ext>
            </a:extLst>
          </p:cNvPr>
          <p:cNvCxnSpPr>
            <a:cxnSpLocks/>
          </p:cNvCxnSpPr>
          <p:nvPr/>
        </p:nvCxnSpPr>
        <p:spPr>
          <a:xfrm>
            <a:off x="3137260" y="4360658"/>
            <a:ext cx="471856" cy="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线连接符 41">
            <a:extLst>
              <a:ext uri="{FF2B5EF4-FFF2-40B4-BE49-F238E27FC236}">
                <a16:creationId xmlns:a16="http://schemas.microsoft.com/office/drawing/2014/main" id="{BFB28EE3-0FF2-A451-75E4-A725BC38A5EA}"/>
              </a:ext>
            </a:extLst>
          </p:cNvPr>
          <p:cNvCxnSpPr>
            <a:cxnSpLocks/>
          </p:cNvCxnSpPr>
          <p:nvPr/>
        </p:nvCxnSpPr>
        <p:spPr>
          <a:xfrm>
            <a:off x="4238038" y="4365141"/>
            <a:ext cx="471856" cy="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>
            <a:extLst>
              <a:ext uri="{FF2B5EF4-FFF2-40B4-BE49-F238E27FC236}">
                <a16:creationId xmlns:a16="http://schemas.microsoft.com/office/drawing/2014/main" id="{72305FBA-1436-F55A-A808-685CE2297079}"/>
              </a:ext>
            </a:extLst>
          </p:cNvPr>
          <p:cNvSpPr/>
          <p:nvPr/>
        </p:nvSpPr>
        <p:spPr>
          <a:xfrm>
            <a:off x="4451364" y="3547592"/>
            <a:ext cx="272596" cy="27158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44" name="直线连接符 43">
            <a:extLst>
              <a:ext uri="{FF2B5EF4-FFF2-40B4-BE49-F238E27FC236}">
                <a16:creationId xmlns:a16="http://schemas.microsoft.com/office/drawing/2014/main" id="{17DBDD81-512C-F005-D6CD-23B53E97AFD3}"/>
              </a:ext>
            </a:extLst>
          </p:cNvPr>
          <p:cNvCxnSpPr>
            <a:cxnSpLocks/>
          </p:cNvCxnSpPr>
          <p:nvPr/>
        </p:nvCxnSpPr>
        <p:spPr>
          <a:xfrm>
            <a:off x="3134171" y="3683383"/>
            <a:ext cx="770538" cy="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线连接符 45">
            <a:extLst>
              <a:ext uri="{FF2B5EF4-FFF2-40B4-BE49-F238E27FC236}">
                <a16:creationId xmlns:a16="http://schemas.microsoft.com/office/drawing/2014/main" id="{B8A4D053-390D-B6F6-C866-1F0903F121FE}"/>
              </a:ext>
            </a:extLst>
          </p:cNvPr>
          <p:cNvCxnSpPr>
            <a:cxnSpLocks/>
          </p:cNvCxnSpPr>
          <p:nvPr/>
        </p:nvCxnSpPr>
        <p:spPr>
          <a:xfrm>
            <a:off x="4012991" y="3685387"/>
            <a:ext cx="152400" cy="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三角形 47">
            <a:extLst>
              <a:ext uri="{FF2B5EF4-FFF2-40B4-BE49-F238E27FC236}">
                <a16:creationId xmlns:a16="http://schemas.microsoft.com/office/drawing/2014/main" id="{BD1E68FA-2748-1951-D8CF-C3F75B3C8274}"/>
              </a:ext>
            </a:extLst>
          </p:cNvPr>
          <p:cNvSpPr/>
          <p:nvPr/>
        </p:nvSpPr>
        <p:spPr>
          <a:xfrm>
            <a:off x="3771403" y="4113817"/>
            <a:ext cx="298474" cy="257472"/>
          </a:xfrm>
          <a:prstGeom prst="triangle">
            <a:avLst/>
          </a:prstGeom>
          <a:solidFill>
            <a:schemeClr val="tx2">
              <a:lumMod val="20000"/>
              <a:lumOff val="80000"/>
            </a:schemeClr>
          </a:solidFill>
          <a:ln w="254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49" name="直线连接符 48">
            <a:extLst>
              <a:ext uri="{FF2B5EF4-FFF2-40B4-BE49-F238E27FC236}">
                <a16:creationId xmlns:a16="http://schemas.microsoft.com/office/drawing/2014/main" id="{EC58B479-3A50-83ED-061C-5550242B29C4}"/>
              </a:ext>
            </a:extLst>
          </p:cNvPr>
          <p:cNvCxnSpPr>
            <a:cxnSpLocks/>
          </p:cNvCxnSpPr>
          <p:nvPr/>
        </p:nvCxnSpPr>
        <p:spPr>
          <a:xfrm>
            <a:off x="3408665" y="4242553"/>
            <a:ext cx="234410" cy="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1243E3F9-4B9D-866A-5F64-4B4B6908275C}"/>
              </a:ext>
            </a:extLst>
          </p:cNvPr>
          <p:cNvCxnSpPr>
            <a:cxnSpLocks/>
          </p:cNvCxnSpPr>
          <p:nvPr/>
        </p:nvCxnSpPr>
        <p:spPr>
          <a:xfrm>
            <a:off x="4295860" y="4242553"/>
            <a:ext cx="472154" cy="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线连接符 51">
            <a:extLst>
              <a:ext uri="{FF2B5EF4-FFF2-40B4-BE49-F238E27FC236}">
                <a16:creationId xmlns:a16="http://schemas.microsoft.com/office/drawing/2014/main" id="{F89B6C48-4D9F-120C-8975-C00E86FEB1E4}"/>
              </a:ext>
            </a:extLst>
          </p:cNvPr>
          <p:cNvCxnSpPr>
            <a:cxnSpLocks/>
          </p:cNvCxnSpPr>
          <p:nvPr/>
        </p:nvCxnSpPr>
        <p:spPr>
          <a:xfrm>
            <a:off x="3090694" y="4133698"/>
            <a:ext cx="389797" cy="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线连接符 53">
            <a:extLst>
              <a:ext uri="{FF2B5EF4-FFF2-40B4-BE49-F238E27FC236}">
                <a16:creationId xmlns:a16="http://schemas.microsoft.com/office/drawing/2014/main" id="{1F7C317F-E1E9-E93C-B373-C7F01D6ADB27}"/>
              </a:ext>
            </a:extLst>
          </p:cNvPr>
          <p:cNvCxnSpPr>
            <a:cxnSpLocks/>
          </p:cNvCxnSpPr>
          <p:nvPr/>
        </p:nvCxnSpPr>
        <p:spPr>
          <a:xfrm>
            <a:off x="4097902" y="4127826"/>
            <a:ext cx="626058" cy="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57">
            <a:extLst>
              <a:ext uri="{FF2B5EF4-FFF2-40B4-BE49-F238E27FC236}">
                <a16:creationId xmlns:a16="http://schemas.microsoft.com/office/drawing/2014/main" id="{97F06CF8-A487-08AB-3599-ABF15BD49DB9}"/>
              </a:ext>
            </a:extLst>
          </p:cNvPr>
          <p:cNvSpPr txBox="1"/>
          <p:nvPr/>
        </p:nvSpPr>
        <p:spPr>
          <a:xfrm>
            <a:off x="3168961" y="4476310"/>
            <a:ext cx="15566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flattened passages</a:t>
            </a:r>
            <a:endParaRPr kumimoji="1" lang="zh-CN" altLang="en-US" sz="1400" i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80F1E4E2-9F27-E202-6AE7-3BC2CD33BE14}"/>
              </a:ext>
            </a:extLst>
          </p:cNvPr>
          <p:cNvSpPr txBox="1"/>
          <p:nvPr/>
        </p:nvSpPr>
        <p:spPr>
          <a:xfrm>
            <a:off x="5476730" y="4475971"/>
            <a:ext cx="18285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context reduced</a:t>
            </a:r>
            <a:r>
              <a:rPr kumimoji="1" lang="zh-CN" altLang="en-US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triples</a:t>
            </a:r>
            <a:endParaRPr kumimoji="1" lang="zh-CN" altLang="en-US" sz="1400" i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CC1190C-98DC-F121-6E2F-62E3EC182292}"/>
              </a:ext>
            </a:extLst>
          </p:cNvPr>
          <p:cNvSpPr txBox="1"/>
          <p:nvPr/>
        </p:nvSpPr>
        <p:spPr>
          <a:xfrm>
            <a:off x="7773747" y="4476309"/>
            <a:ext cx="20773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context and logic retained</a:t>
            </a:r>
            <a:endParaRPr kumimoji="1" lang="zh-CN" altLang="en-US" sz="1400" i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2" name="椭圆 61">
            <a:extLst>
              <a:ext uri="{FF2B5EF4-FFF2-40B4-BE49-F238E27FC236}">
                <a16:creationId xmlns:a16="http://schemas.microsoft.com/office/drawing/2014/main" id="{21A776B9-F31D-A69A-747A-9A23ECD7B58F}"/>
              </a:ext>
            </a:extLst>
          </p:cNvPr>
          <p:cNvSpPr/>
          <p:nvPr/>
        </p:nvSpPr>
        <p:spPr>
          <a:xfrm>
            <a:off x="6220974" y="2933842"/>
            <a:ext cx="311530" cy="31540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58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478C0E24-0B4A-BA12-70AC-87C91ACFD6EC}"/>
              </a:ext>
            </a:extLst>
          </p:cNvPr>
          <p:cNvSpPr/>
          <p:nvPr/>
        </p:nvSpPr>
        <p:spPr>
          <a:xfrm>
            <a:off x="5657529" y="3287326"/>
            <a:ext cx="311530" cy="31540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58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4" name="椭圆 63">
            <a:extLst>
              <a:ext uri="{FF2B5EF4-FFF2-40B4-BE49-F238E27FC236}">
                <a16:creationId xmlns:a16="http://schemas.microsoft.com/office/drawing/2014/main" id="{0B8A57E8-C1F2-96F6-532B-9C417BDDEF4C}"/>
              </a:ext>
            </a:extLst>
          </p:cNvPr>
          <p:cNvSpPr/>
          <p:nvPr/>
        </p:nvSpPr>
        <p:spPr>
          <a:xfrm>
            <a:off x="6767038" y="3867880"/>
            <a:ext cx="311530" cy="31540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58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65" name="直线连接符 64">
            <a:extLst>
              <a:ext uri="{FF2B5EF4-FFF2-40B4-BE49-F238E27FC236}">
                <a16:creationId xmlns:a16="http://schemas.microsoft.com/office/drawing/2014/main" id="{ECBDEBEB-9467-00EE-C9A4-F75658BF6B87}"/>
              </a:ext>
            </a:extLst>
          </p:cNvPr>
          <p:cNvCxnSpPr>
            <a:cxnSpLocks/>
            <a:stCxn id="62" idx="5"/>
            <a:endCxn id="64" idx="0"/>
          </p:cNvCxnSpPr>
          <p:nvPr/>
        </p:nvCxnSpPr>
        <p:spPr>
          <a:xfrm>
            <a:off x="6486881" y="3203056"/>
            <a:ext cx="435922" cy="664824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线连接符 67">
            <a:extLst>
              <a:ext uri="{FF2B5EF4-FFF2-40B4-BE49-F238E27FC236}">
                <a16:creationId xmlns:a16="http://schemas.microsoft.com/office/drawing/2014/main" id="{14D157E0-4730-7ACC-7596-414F745F300E}"/>
              </a:ext>
            </a:extLst>
          </p:cNvPr>
          <p:cNvCxnSpPr>
            <a:cxnSpLocks/>
            <a:stCxn id="63" idx="5"/>
            <a:endCxn id="64" idx="2"/>
          </p:cNvCxnSpPr>
          <p:nvPr/>
        </p:nvCxnSpPr>
        <p:spPr>
          <a:xfrm>
            <a:off x="5923436" y="3556540"/>
            <a:ext cx="843602" cy="469042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三角形 76">
            <a:extLst>
              <a:ext uri="{FF2B5EF4-FFF2-40B4-BE49-F238E27FC236}">
                <a16:creationId xmlns:a16="http://schemas.microsoft.com/office/drawing/2014/main" id="{1C87EF12-3B07-A2DC-14F8-54FCE8687318}"/>
              </a:ext>
            </a:extLst>
          </p:cNvPr>
          <p:cNvSpPr/>
          <p:nvPr/>
        </p:nvSpPr>
        <p:spPr>
          <a:xfrm>
            <a:off x="5466959" y="3785448"/>
            <a:ext cx="298474" cy="257472"/>
          </a:xfrm>
          <a:prstGeom prst="triangle">
            <a:avLst/>
          </a:prstGeom>
          <a:solidFill>
            <a:schemeClr val="tx2">
              <a:lumMod val="20000"/>
              <a:lumOff val="80000"/>
            </a:schemeClr>
          </a:solidFill>
          <a:ln w="254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79" name="直线箭头连接符 78">
            <a:extLst>
              <a:ext uri="{FF2B5EF4-FFF2-40B4-BE49-F238E27FC236}">
                <a16:creationId xmlns:a16="http://schemas.microsoft.com/office/drawing/2014/main" id="{DF11BDC8-444A-B379-C3D1-649682F4F831}"/>
              </a:ext>
            </a:extLst>
          </p:cNvPr>
          <p:cNvCxnSpPr>
            <a:cxnSpLocks/>
            <a:stCxn id="77" idx="5"/>
          </p:cNvCxnSpPr>
          <p:nvPr/>
        </p:nvCxnSpPr>
        <p:spPr>
          <a:xfrm flipV="1">
            <a:off x="5690815" y="3738599"/>
            <a:ext cx="470531" cy="175585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线箭头连接符 86">
            <a:extLst>
              <a:ext uri="{FF2B5EF4-FFF2-40B4-BE49-F238E27FC236}">
                <a16:creationId xmlns:a16="http://schemas.microsoft.com/office/drawing/2014/main" id="{5F101063-B0F8-E423-7D64-41D51F337669}"/>
              </a:ext>
            </a:extLst>
          </p:cNvPr>
          <p:cNvCxnSpPr>
            <a:cxnSpLocks/>
          </p:cNvCxnSpPr>
          <p:nvPr/>
        </p:nvCxnSpPr>
        <p:spPr>
          <a:xfrm flipV="1">
            <a:off x="6256093" y="3819174"/>
            <a:ext cx="16446" cy="276429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圆角矩形 103">
            <a:extLst>
              <a:ext uri="{FF2B5EF4-FFF2-40B4-BE49-F238E27FC236}">
                <a16:creationId xmlns:a16="http://schemas.microsoft.com/office/drawing/2014/main" id="{62538869-4E2A-7799-7A19-5E2C36A83B00}"/>
              </a:ext>
            </a:extLst>
          </p:cNvPr>
          <p:cNvSpPr/>
          <p:nvPr/>
        </p:nvSpPr>
        <p:spPr>
          <a:xfrm>
            <a:off x="7864290" y="2884504"/>
            <a:ext cx="1896270" cy="1029017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36" name="直线连接符 135">
            <a:extLst>
              <a:ext uri="{FF2B5EF4-FFF2-40B4-BE49-F238E27FC236}">
                <a16:creationId xmlns:a16="http://schemas.microsoft.com/office/drawing/2014/main" id="{C87DBFD4-26CB-3555-37A3-34928DBD2F60}"/>
              </a:ext>
            </a:extLst>
          </p:cNvPr>
          <p:cNvCxnSpPr>
            <a:cxnSpLocks/>
          </p:cNvCxnSpPr>
          <p:nvPr/>
        </p:nvCxnSpPr>
        <p:spPr>
          <a:xfrm>
            <a:off x="2826235" y="2057811"/>
            <a:ext cx="7101008" cy="0"/>
          </a:xfrm>
          <a:prstGeom prst="line">
            <a:avLst/>
          </a:prstGeom>
          <a:ln w="12700"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线连接符 138">
            <a:extLst>
              <a:ext uri="{FF2B5EF4-FFF2-40B4-BE49-F238E27FC236}">
                <a16:creationId xmlns:a16="http://schemas.microsoft.com/office/drawing/2014/main" id="{1394DA4F-8DF8-35CB-02E1-D0DCC88AEE75}"/>
              </a:ext>
            </a:extLst>
          </p:cNvPr>
          <p:cNvCxnSpPr>
            <a:cxnSpLocks/>
          </p:cNvCxnSpPr>
          <p:nvPr/>
        </p:nvCxnSpPr>
        <p:spPr>
          <a:xfrm>
            <a:off x="2861354" y="4976563"/>
            <a:ext cx="7101008" cy="0"/>
          </a:xfrm>
          <a:prstGeom prst="line">
            <a:avLst/>
          </a:prstGeom>
          <a:ln w="12700"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文本框 139">
            <a:extLst>
              <a:ext uri="{FF2B5EF4-FFF2-40B4-BE49-F238E27FC236}">
                <a16:creationId xmlns:a16="http://schemas.microsoft.com/office/drawing/2014/main" id="{D44B49A2-D6DD-E7D7-6A2A-C6188EADD488}"/>
              </a:ext>
            </a:extLst>
          </p:cNvPr>
          <p:cNvSpPr txBox="1"/>
          <p:nvPr/>
        </p:nvSpPr>
        <p:spPr>
          <a:xfrm>
            <a:off x="2822834" y="291555"/>
            <a:ext cx="4647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kumimoji="1"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</a:t>
            </a:r>
            <a:r>
              <a:rPr kumimoji="1"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needs</a:t>
            </a:r>
            <a:r>
              <a:rPr kumimoji="1"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</a:t>
            </a:r>
            <a:r>
              <a:rPr kumimoji="1"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evidence</a:t>
            </a:r>
            <a:r>
              <a:rPr kumimoji="1"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answer</a:t>
            </a:r>
            <a:endParaRPr kumimoji="1"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8051D75C-3ED9-DE2F-133F-FA499F5A9C81}"/>
              </a:ext>
            </a:extLst>
          </p:cNvPr>
          <p:cNvSpPr txBox="1"/>
          <p:nvPr/>
        </p:nvSpPr>
        <p:spPr>
          <a:xfrm>
            <a:off x="2822834" y="2074515"/>
            <a:ext cx="5085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kumimoji="1"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</a:t>
            </a:r>
            <a:r>
              <a:rPr kumimoji="1"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evidence</a:t>
            </a:r>
            <a:r>
              <a:rPr kumimoji="1"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different knowledge shapes</a:t>
            </a:r>
            <a:endParaRPr kumimoji="1"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0B34F0E7-E642-3762-0018-775F393EFECB}"/>
              </a:ext>
            </a:extLst>
          </p:cNvPr>
          <p:cNvSpPr txBox="1"/>
          <p:nvPr/>
        </p:nvSpPr>
        <p:spPr>
          <a:xfrm>
            <a:off x="2825173" y="4983069"/>
            <a:ext cx="3095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kumimoji="1"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 performance changes</a:t>
            </a:r>
            <a:endParaRPr kumimoji="1"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" name="文本框 142">
            <a:extLst>
              <a:ext uri="{FF2B5EF4-FFF2-40B4-BE49-F238E27FC236}">
                <a16:creationId xmlns:a16="http://schemas.microsoft.com/office/drawing/2014/main" id="{EC35F3B4-CBF2-D21D-30D3-1195706A175E}"/>
              </a:ext>
            </a:extLst>
          </p:cNvPr>
          <p:cNvSpPr txBox="1"/>
          <p:nvPr/>
        </p:nvSpPr>
        <p:spPr>
          <a:xfrm>
            <a:off x="3093022" y="5454067"/>
            <a:ext cx="15183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</a:t>
            </a:r>
            <a:r>
              <a:rPr kumimoji="1"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4" name="文本框 143">
            <a:extLst>
              <a:ext uri="{FF2B5EF4-FFF2-40B4-BE49-F238E27FC236}">
                <a16:creationId xmlns:a16="http://schemas.microsoft.com/office/drawing/2014/main" id="{A3015791-1FF9-256D-8F14-CDF6B147A239}"/>
              </a:ext>
            </a:extLst>
          </p:cNvPr>
          <p:cNvSpPr txBox="1"/>
          <p:nvPr/>
        </p:nvSpPr>
        <p:spPr>
          <a:xfrm>
            <a:off x="2991304" y="6096097"/>
            <a:ext cx="17075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Answering</a:t>
            </a:r>
            <a:r>
              <a:rPr kumimoji="1"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id="{355FDD28-1842-8FCA-7172-9B9098FD5E75}"/>
              </a:ext>
            </a:extLst>
          </p:cNvPr>
          <p:cNvSpPr/>
          <p:nvPr/>
        </p:nvSpPr>
        <p:spPr>
          <a:xfrm>
            <a:off x="4713428" y="5424529"/>
            <a:ext cx="784541" cy="11345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id="{E87FE0D6-B5E6-E025-E523-31277560651A}"/>
              </a:ext>
            </a:extLst>
          </p:cNvPr>
          <p:cNvSpPr/>
          <p:nvPr/>
        </p:nvSpPr>
        <p:spPr>
          <a:xfrm>
            <a:off x="4708885" y="5754149"/>
            <a:ext cx="2092796" cy="11345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glow rad="61127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7" name="文本框 146">
            <a:extLst>
              <a:ext uri="{FF2B5EF4-FFF2-40B4-BE49-F238E27FC236}">
                <a16:creationId xmlns:a16="http://schemas.microsoft.com/office/drawing/2014/main" id="{B11E4A2D-140B-77B3-4215-2AAE810726CE}"/>
              </a:ext>
            </a:extLst>
          </p:cNvPr>
          <p:cNvSpPr txBox="1"/>
          <p:nvPr/>
        </p:nvSpPr>
        <p:spPr>
          <a:xfrm>
            <a:off x="5506925" y="5319770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0.23</a:t>
            </a:r>
            <a:endParaRPr kumimoji="1" lang="zh-CN" altLang="en-US" sz="1200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8" name="文本框 147">
            <a:extLst>
              <a:ext uri="{FF2B5EF4-FFF2-40B4-BE49-F238E27FC236}">
                <a16:creationId xmlns:a16="http://schemas.microsoft.com/office/drawing/2014/main" id="{377E4C10-BF50-A252-24F0-14FDF95EE53D}"/>
              </a:ext>
            </a:extLst>
          </p:cNvPr>
          <p:cNvSpPr txBox="1"/>
          <p:nvPr/>
        </p:nvSpPr>
        <p:spPr>
          <a:xfrm>
            <a:off x="6817612" y="5669614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0.60</a:t>
            </a:r>
            <a:endParaRPr kumimoji="1" lang="zh-CN" altLang="en-US" sz="12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348708CC-78BB-DCF3-2C01-3E0756D43D04}"/>
              </a:ext>
            </a:extLst>
          </p:cNvPr>
          <p:cNvSpPr/>
          <p:nvPr/>
        </p:nvSpPr>
        <p:spPr>
          <a:xfrm>
            <a:off x="4717970" y="6060224"/>
            <a:ext cx="1344353" cy="11345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9B60F315-2763-F63F-6FB0-9663F8532F8B}"/>
              </a:ext>
            </a:extLst>
          </p:cNvPr>
          <p:cNvSpPr/>
          <p:nvPr/>
        </p:nvSpPr>
        <p:spPr>
          <a:xfrm>
            <a:off x="4713428" y="6365186"/>
            <a:ext cx="1751106" cy="11345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glow rad="62798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1" name="文本框 150">
            <a:extLst>
              <a:ext uri="{FF2B5EF4-FFF2-40B4-BE49-F238E27FC236}">
                <a16:creationId xmlns:a16="http://schemas.microsoft.com/office/drawing/2014/main" id="{68A94D56-5081-D465-B71E-9DFB995EEA0F}"/>
              </a:ext>
            </a:extLst>
          </p:cNvPr>
          <p:cNvSpPr txBox="1"/>
          <p:nvPr/>
        </p:nvSpPr>
        <p:spPr>
          <a:xfrm>
            <a:off x="6067709" y="5955465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0.34</a:t>
            </a:r>
            <a:endParaRPr kumimoji="1" lang="zh-CN" altLang="en-US" sz="1200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F3E8C627-C5CA-10D5-4297-A75D476ACB72}"/>
              </a:ext>
            </a:extLst>
          </p:cNvPr>
          <p:cNvSpPr txBox="1"/>
          <p:nvPr/>
        </p:nvSpPr>
        <p:spPr>
          <a:xfrm>
            <a:off x="6479076" y="6280651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0.44</a:t>
            </a:r>
            <a:endParaRPr kumimoji="1" lang="zh-CN" altLang="en-US" sz="12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" name="文本框 152">
            <a:extLst>
              <a:ext uri="{FF2B5EF4-FFF2-40B4-BE49-F238E27FC236}">
                <a16:creationId xmlns:a16="http://schemas.microsoft.com/office/drawing/2014/main" id="{B6B89412-524D-4592-AE06-F881530E1404}"/>
              </a:ext>
            </a:extLst>
          </p:cNvPr>
          <p:cNvSpPr txBox="1"/>
          <p:nvPr/>
        </p:nvSpPr>
        <p:spPr>
          <a:xfrm>
            <a:off x="7037866" y="5416171"/>
            <a:ext cx="6303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+167%</a:t>
            </a:r>
            <a:endParaRPr kumimoji="1" lang="zh-CN" altLang="en-US" sz="12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4" name="文本框 153">
            <a:extLst>
              <a:ext uri="{FF2B5EF4-FFF2-40B4-BE49-F238E27FC236}">
                <a16:creationId xmlns:a16="http://schemas.microsoft.com/office/drawing/2014/main" id="{37708002-1305-858C-C6D3-98C9198ACD5F}"/>
              </a:ext>
            </a:extLst>
          </p:cNvPr>
          <p:cNvSpPr txBox="1"/>
          <p:nvPr/>
        </p:nvSpPr>
        <p:spPr>
          <a:xfrm>
            <a:off x="7040207" y="6041493"/>
            <a:ext cx="5533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+30%</a:t>
            </a:r>
            <a:endParaRPr kumimoji="1" lang="zh-CN" altLang="en-US" sz="12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5" name="圆角矩形 154">
            <a:extLst>
              <a:ext uri="{FF2B5EF4-FFF2-40B4-BE49-F238E27FC236}">
                <a16:creationId xmlns:a16="http://schemas.microsoft.com/office/drawing/2014/main" id="{69D18618-6EA5-732D-8342-E3A32E78CB4F}"/>
              </a:ext>
            </a:extLst>
          </p:cNvPr>
          <p:cNvSpPr/>
          <p:nvPr/>
        </p:nvSpPr>
        <p:spPr>
          <a:xfrm>
            <a:off x="7754022" y="5389856"/>
            <a:ext cx="2240934" cy="307776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Representation improves access</a:t>
            </a:r>
            <a:endParaRPr kumimoji="1"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6" name="圆角矩形 155">
            <a:extLst>
              <a:ext uri="{FF2B5EF4-FFF2-40B4-BE49-F238E27FC236}">
                <a16:creationId xmlns:a16="http://schemas.microsoft.com/office/drawing/2014/main" id="{2D689A65-8428-504E-17B7-F784B320CAD0}"/>
              </a:ext>
            </a:extLst>
          </p:cNvPr>
          <p:cNvSpPr/>
          <p:nvPr/>
        </p:nvSpPr>
        <p:spPr>
          <a:xfrm>
            <a:off x="7754022" y="6096098"/>
            <a:ext cx="2240934" cy="307776"/>
          </a:xfrm>
          <a:prstGeom prst="roundRect">
            <a:avLst/>
          </a:prstGeom>
          <a:solidFill>
            <a:schemeClr val="bg1"/>
          </a:solidFill>
          <a:ln w="222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Converts evidence into answers</a:t>
            </a:r>
            <a:endParaRPr kumimoji="1" lang="zh-CN" altLang="en-US" sz="12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7" name="直线箭头连接符 156">
            <a:extLst>
              <a:ext uri="{FF2B5EF4-FFF2-40B4-BE49-F238E27FC236}">
                <a16:creationId xmlns:a16="http://schemas.microsoft.com/office/drawing/2014/main" id="{A930AF57-8960-669A-5D3C-D6CD055DFEB3}"/>
              </a:ext>
            </a:extLst>
          </p:cNvPr>
          <p:cNvCxnSpPr>
            <a:cxnSpLocks/>
            <a:stCxn id="155" idx="2"/>
            <a:endCxn id="156" idx="0"/>
          </p:cNvCxnSpPr>
          <p:nvPr/>
        </p:nvCxnSpPr>
        <p:spPr>
          <a:xfrm>
            <a:off x="8874489" y="5697632"/>
            <a:ext cx="0" cy="398466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5B208DDC-C883-9E8F-6FD9-088FDD1CC738}"/>
              </a:ext>
            </a:extLst>
          </p:cNvPr>
          <p:cNvSpPr/>
          <p:nvPr/>
        </p:nvSpPr>
        <p:spPr>
          <a:xfrm>
            <a:off x="4711579" y="5583340"/>
            <a:ext cx="770362" cy="11345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C373E27-9786-E18F-1DFA-8ADED5F42F4E}"/>
              </a:ext>
            </a:extLst>
          </p:cNvPr>
          <p:cNvSpPr txBox="1"/>
          <p:nvPr/>
        </p:nvSpPr>
        <p:spPr>
          <a:xfrm>
            <a:off x="5485480" y="5478581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0.22</a:t>
            </a:r>
            <a:endParaRPr kumimoji="1" lang="zh-CN" altLang="en-US" sz="1200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FBBEDF9-24A5-A38A-22F5-5AB343C95D68}"/>
              </a:ext>
            </a:extLst>
          </p:cNvPr>
          <p:cNvSpPr/>
          <p:nvPr/>
        </p:nvSpPr>
        <p:spPr>
          <a:xfrm>
            <a:off x="4713365" y="6213166"/>
            <a:ext cx="1633906" cy="11345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98557F4-B353-DA55-5B4E-B11ABC34CB39}"/>
              </a:ext>
            </a:extLst>
          </p:cNvPr>
          <p:cNvSpPr txBox="1"/>
          <p:nvPr/>
        </p:nvSpPr>
        <p:spPr>
          <a:xfrm>
            <a:off x="6354207" y="6130812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0.42</a:t>
            </a:r>
            <a:endParaRPr kumimoji="1" lang="zh-CN" altLang="en-US" sz="1200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1EB5748E-3199-509D-D687-66C1FD7D2219}"/>
              </a:ext>
            </a:extLst>
          </p:cNvPr>
          <p:cNvSpPr/>
          <p:nvPr/>
        </p:nvSpPr>
        <p:spPr>
          <a:xfrm>
            <a:off x="9275115" y="3125427"/>
            <a:ext cx="272596" cy="27158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7" name="直线连接符 96">
            <a:extLst>
              <a:ext uri="{FF2B5EF4-FFF2-40B4-BE49-F238E27FC236}">
                <a16:creationId xmlns:a16="http://schemas.microsoft.com/office/drawing/2014/main" id="{0013EEC9-9634-5B54-ADCE-FE2937686B70}"/>
              </a:ext>
            </a:extLst>
          </p:cNvPr>
          <p:cNvCxnSpPr>
            <a:cxnSpLocks/>
            <a:stCxn id="92" idx="1"/>
            <a:endCxn id="135" idx="5"/>
          </p:cNvCxnSpPr>
          <p:nvPr/>
        </p:nvCxnSpPr>
        <p:spPr>
          <a:xfrm flipH="1">
            <a:off x="8285693" y="3261218"/>
            <a:ext cx="989422" cy="1654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线连接符 100">
            <a:extLst>
              <a:ext uri="{FF2B5EF4-FFF2-40B4-BE49-F238E27FC236}">
                <a16:creationId xmlns:a16="http://schemas.microsoft.com/office/drawing/2014/main" id="{A67F9489-59DC-5220-90EC-BA0A473CEC93}"/>
              </a:ext>
            </a:extLst>
          </p:cNvPr>
          <p:cNvCxnSpPr>
            <a:cxnSpLocks/>
            <a:stCxn id="92" idx="2"/>
          </p:cNvCxnSpPr>
          <p:nvPr/>
        </p:nvCxnSpPr>
        <p:spPr>
          <a:xfrm flipH="1">
            <a:off x="8917734" y="3397009"/>
            <a:ext cx="493679" cy="281531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Down Arrow 24">
            <a:extLst>
              <a:ext uri="{FF2B5EF4-FFF2-40B4-BE49-F238E27FC236}">
                <a16:creationId xmlns:a16="http://schemas.microsoft.com/office/drawing/2014/main" id="{6A372F8B-CAB4-B644-A4B0-FF197562EB83}"/>
              </a:ext>
            </a:extLst>
          </p:cNvPr>
          <p:cNvSpPr/>
          <p:nvPr/>
        </p:nvSpPr>
        <p:spPr>
          <a:xfrm>
            <a:off x="6096000" y="4858076"/>
            <a:ext cx="471557" cy="185915"/>
          </a:xfrm>
          <a:prstGeom prst="downArrow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文本框 13">
            <a:extLst>
              <a:ext uri="{FF2B5EF4-FFF2-40B4-BE49-F238E27FC236}">
                <a16:creationId xmlns:a16="http://schemas.microsoft.com/office/drawing/2014/main" id="{51D36350-0C3D-3A2B-7352-20069CAEE95A}"/>
              </a:ext>
            </a:extLst>
          </p:cNvPr>
          <p:cNvSpPr txBox="1"/>
          <p:nvPr/>
        </p:nvSpPr>
        <p:spPr>
          <a:xfrm>
            <a:off x="3600867" y="1587199"/>
            <a:ext cx="7441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</a:t>
            </a:r>
            <a:endParaRPr kumimoji="1"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本框 13">
            <a:extLst>
              <a:ext uri="{FF2B5EF4-FFF2-40B4-BE49-F238E27FC236}">
                <a16:creationId xmlns:a16="http://schemas.microsoft.com/office/drawing/2014/main" id="{AB892318-AA6C-82D9-AA6B-6981AC4D5FBC}"/>
              </a:ext>
            </a:extLst>
          </p:cNvPr>
          <p:cNvSpPr txBox="1"/>
          <p:nvPr/>
        </p:nvSpPr>
        <p:spPr>
          <a:xfrm>
            <a:off x="6066172" y="1584755"/>
            <a:ext cx="10273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TCGA cohort</a:t>
            </a:r>
            <a:endParaRPr kumimoji="1"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本框 13">
            <a:extLst>
              <a:ext uri="{FF2B5EF4-FFF2-40B4-BE49-F238E27FC236}">
                <a16:creationId xmlns:a16="http://schemas.microsoft.com/office/drawing/2014/main" id="{9D968F37-8686-C901-DA54-34C41D0D9E53}"/>
              </a:ext>
            </a:extLst>
          </p:cNvPr>
          <p:cNvSpPr txBox="1"/>
          <p:nvPr/>
        </p:nvSpPr>
        <p:spPr>
          <a:xfrm>
            <a:off x="8880768" y="1591850"/>
            <a:ext cx="7441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</a:t>
            </a:r>
            <a:endParaRPr kumimoji="1"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9FF1F34-1F69-594C-FC05-9EDBAAF6F863}"/>
              </a:ext>
            </a:extLst>
          </p:cNvPr>
          <p:cNvCxnSpPr>
            <a:cxnSpLocks/>
            <a:stCxn id="59" idx="3"/>
            <a:endCxn id="56" idx="1"/>
          </p:cNvCxnSpPr>
          <p:nvPr/>
        </p:nvCxnSpPr>
        <p:spPr>
          <a:xfrm flipV="1">
            <a:off x="4567712" y="1609296"/>
            <a:ext cx="794698" cy="176"/>
          </a:xfrm>
          <a:prstGeom prst="line">
            <a:avLst/>
          </a:prstGeom>
          <a:ln w="3175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190BE622-C520-9F9A-D118-EF7E1AB010EC}"/>
              </a:ext>
            </a:extLst>
          </p:cNvPr>
          <p:cNvSpPr txBox="1"/>
          <p:nvPr/>
        </p:nvSpPr>
        <p:spPr>
          <a:xfrm>
            <a:off x="4545509" y="1349615"/>
            <a:ext cx="832279" cy="2246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000"/>
              </a:lnSpc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same gene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3CF33DA-41F5-A5AB-9DBA-6CED2E0885CC}"/>
              </a:ext>
            </a:extLst>
          </p:cNvPr>
          <p:cNvCxnSpPr>
            <a:cxnSpLocks/>
            <a:stCxn id="56" idx="3"/>
            <a:endCxn id="72" idx="1"/>
          </p:cNvCxnSpPr>
          <p:nvPr/>
        </p:nvCxnSpPr>
        <p:spPr>
          <a:xfrm>
            <a:off x="7182678" y="1609296"/>
            <a:ext cx="863067" cy="6413"/>
          </a:xfrm>
          <a:prstGeom prst="line">
            <a:avLst/>
          </a:prstGeom>
          <a:ln w="3175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3A74E9F7-01CA-064C-0A54-C0059040FBA1}"/>
              </a:ext>
            </a:extLst>
          </p:cNvPr>
          <p:cNvSpPr txBox="1"/>
          <p:nvPr/>
        </p:nvSpPr>
        <p:spPr>
          <a:xfrm>
            <a:off x="7122372" y="1370827"/>
            <a:ext cx="1008609" cy="2246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000"/>
              </a:lnSpc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complements</a:t>
            </a:r>
          </a:p>
        </p:txBody>
      </p:sp>
      <p:cxnSp>
        <p:nvCxnSpPr>
          <p:cNvPr id="53" name="Curved Connector 52">
            <a:extLst>
              <a:ext uri="{FF2B5EF4-FFF2-40B4-BE49-F238E27FC236}">
                <a16:creationId xmlns:a16="http://schemas.microsoft.com/office/drawing/2014/main" id="{C0C591D8-C336-C566-4D8A-A0F105D4518E}"/>
              </a:ext>
            </a:extLst>
          </p:cNvPr>
          <p:cNvCxnSpPr>
            <a:cxnSpLocks/>
            <a:stCxn id="59" idx="0"/>
            <a:endCxn id="72" idx="0"/>
          </p:cNvCxnSpPr>
          <p:nvPr/>
        </p:nvCxnSpPr>
        <p:spPr>
          <a:xfrm rot="16200000" flipH="1">
            <a:off x="6346759" y="-1339446"/>
            <a:ext cx="6237" cy="5305193"/>
          </a:xfrm>
          <a:prstGeom prst="curvedConnector3">
            <a:avLst>
              <a:gd name="adj1" fmla="val -3002581"/>
            </a:avLst>
          </a:prstGeom>
          <a:ln w="3175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7F97B728-2724-0B11-8DAA-CD5CDB9F2428}"/>
              </a:ext>
            </a:extLst>
          </p:cNvPr>
          <p:cNvSpPr txBox="1"/>
          <p:nvPr/>
        </p:nvSpPr>
        <p:spPr>
          <a:xfrm>
            <a:off x="6016227" y="1089131"/>
            <a:ext cx="944489" cy="2246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000"/>
              </a:lnSpc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same cancer</a:t>
            </a:r>
          </a:p>
        </p:txBody>
      </p:sp>
      <p:sp>
        <p:nvSpPr>
          <p:cNvPr id="12" name="Down Arrow 11">
            <a:extLst>
              <a:ext uri="{FF2B5EF4-FFF2-40B4-BE49-F238E27FC236}">
                <a16:creationId xmlns:a16="http://schemas.microsoft.com/office/drawing/2014/main" id="{FD89982D-E564-73FF-3BA1-E13963FA404F}"/>
              </a:ext>
            </a:extLst>
          </p:cNvPr>
          <p:cNvSpPr/>
          <p:nvPr/>
        </p:nvSpPr>
        <p:spPr>
          <a:xfrm>
            <a:off x="6080074" y="1938192"/>
            <a:ext cx="471557" cy="185915"/>
          </a:xfrm>
          <a:prstGeom prst="downArrow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90028BA-46B5-B5B2-A3C9-CC2ECCEFEE28}"/>
              </a:ext>
            </a:extLst>
          </p:cNvPr>
          <p:cNvSpPr txBox="1"/>
          <p:nvPr/>
        </p:nvSpPr>
        <p:spPr>
          <a:xfrm>
            <a:off x="6174083" y="2951953"/>
            <a:ext cx="4058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4D46AF4-BD17-AB18-D9DA-E91026CCBFC5}"/>
              </a:ext>
            </a:extLst>
          </p:cNvPr>
          <p:cNvSpPr txBox="1"/>
          <p:nvPr/>
        </p:nvSpPr>
        <p:spPr>
          <a:xfrm>
            <a:off x="5604781" y="3305324"/>
            <a:ext cx="4283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9112C01-1017-186F-75E1-A2570AC76B89}"/>
              </a:ext>
            </a:extLst>
          </p:cNvPr>
          <p:cNvSpPr txBox="1"/>
          <p:nvPr/>
        </p:nvSpPr>
        <p:spPr>
          <a:xfrm>
            <a:off x="6690872" y="3909692"/>
            <a:ext cx="4700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AML</a:t>
            </a:r>
          </a:p>
        </p:txBody>
      </p:sp>
      <p:sp>
        <p:nvSpPr>
          <p:cNvPr id="88" name="矩形 91">
            <a:extLst>
              <a:ext uri="{FF2B5EF4-FFF2-40B4-BE49-F238E27FC236}">
                <a16:creationId xmlns:a16="http://schemas.microsoft.com/office/drawing/2014/main" id="{2F15A656-C2F2-F90B-009C-76540435D2A1}"/>
              </a:ext>
            </a:extLst>
          </p:cNvPr>
          <p:cNvSpPr/>
          <p:nvPr/>
        </p:nvSpPr>
        <p:spPr>
          <a:xfrm>
            <a:off x="6119795" y="4109594"/>
            <a:ext cx="272596" cy="27158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18" name="直线连接符 96">
            <a:extLst>
              <a:ext uri="{FF2B5EF4-FFF2-40B4-BE49-F238E27FC236}">
                <a16:creationId xmlns:a16="http://schemas.microsoft.com/office/drawing/2014/main" id="{5B38547F-07D3-199E-B0D5-D18A2123507A}"/>
              </a:ext>
            </a:extLst>
          </p:cNvPr>
          <p:cNvCxnSpPr>
            <a:cxnSpLocks/>
            <a:endCxn id="135" idx="3"/>
          </p:cNvCxnSpPr>
          <p:nvPr/>
        </p:nvCxnSpPr>
        <p:spPr>
          <a:xfrm flipH="1" flipV="1">
            <a:off x="8211074" y="3391608"/>
            <a:ext cx="557423" cy="286932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AC3F5B12-0BA9-54F5-78BA-1E2BE8BB2FB5}"/>
              </a:ext>
            </a:extLst>
          </p:cNvPr>
          <p:cNvSpPr txBox="1"/>
          <p:nvPr/>
        </p:nvSpPr>
        <p:spPr>
          <a:xfrm>
            <a:off x="8320995" y="2892818"/>
            <a:ext cx="10246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evidence bundle</a:t>
            </a:r>
          </a:p>
        </p:txBody>
      </p:sp>
      <p:sp>
        <p:nvSpPr>
          <p:cNvPr id="135" name="三角形 93">
            <a:extLst>
              <a:ext uri="{FF2B5EF4-FFF2-40B4-BE49-F238E27FC236}">
                <a16:creationId xmlns:a16="http://schemas.microsoft.com/office/drawing/2014/main" id="{C30DF99D-8021-E279-F957-54E66A9A3AE1}"/>
              </a:ext>
            </a:extLst>
          </p:cNvPr>
          <p:cNvSpPr/>
          <p:nvPr/>
        </p:nvSpPr>
        <p:spPr>
          <a:xfrm>
            <a:off x="8061837" y="3134136"/>
            <a:ext cx="298474" cy="257472"/>
          </a:xfrm>
          <a:prstGeom prst="triangle">
            <a:avLst/>
          </a:prstGeom>
          <a:solidFill>
            <a:schemeClr val="tx2">
              <a:lumMod val="20000"/>
              <a:lumOff val="80000"/>
            </a:schemeClr>
          </a:solidFill>
          <a:ln w="254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7" name="椭圆 109">
            <a:extLst>
              <a:ext uri="{FF2B5EF4-FFF2-40B4-BE49-F238E27FC236}">
                <a16:creationId xmlns:a16="http://schemas.microsoft.com/office/drawing/2014/main" id="{47F9F6B2-103D-27F7-5D2B-819B2166B08A}"/>
              </a:ext>
            </a:extLst>
          </p:cNvPr>
          <p:cNvSpPr/>
          <p:nvPr/>
        </p:nvSpPr>
        <p:spPr>
          <a:xfrm>
            <a:off x="8677550" y="3511342"/>
            <a:ext cx="311530" cy="315404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2" name="圆角矩形 103">
            <a:extLst>
              <a:ext uri="{FF2B5EF4-FFF2-40B4-BE49-F238E27FC236}">
                <a16:creationId xmlns:a16="http://schemas.microsoft.com/office/drawing/2014/main" id="{BF1017A2-2726-4087-52D8-B91BE1DB22ED}"/>
              </a:ext>
            </a:extLst>
          </p:cNvPr>
          <p:cNvSpPr/>
          <p:nvPr/>
        </p:nvSpPr>
        <p:spPr>
          <a:xfrm>
            <a:off x="7865887" y="3968976"/>
            <a:ext cx="1896270" cy="543063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9" name="椭圆 105">
            <a:extLst>
              <a:ext uri="{FF2B5EF4-FFF2-40B4-BE49-F238E27FC236}">
                <a16:creationId xmlns:a16="http://schemas.microsoft.com/office/drawing/2014/main" id="{53AED406-D77A-0662-F0C4-B94D3D69BBEB}"/>
              </a:ext>
            </a:extLst>
          </p:cNvPr>
          <p:cNvSpPr/>
          <p:nvPr/>
        </p:nvSpPr>
        <p:spPr>
          <a:xfrm>
            <a:off x="8208048" y="4068011"/>
            <a:ext cx="311530" cy="315404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0" name="直线连接符 107">
            <a:extLst>
              <a:ext uri="{FF2B5EF4-FFF2-40B4-BE49-F238E27FC236}">
                <a16:creationId xmlns:a16="http://schemas.microsoft.com/office/drawing/2014/main" id="{A26D21A1-6AFF-9DB7-6FFD-ADAE740D014D}"/>
              </a:ext>
            </a:extLst>
          </p:cNvPr>
          <p:cNvCxnSpPr>
            <a:cxnSpLocks/>
            <a:stCxn id="137" idx="3"/>
            <a:endCxn id="89" idx="7"/>
          </p:cNvCxnSpPr>
          <p:nvPr/>
        </p:nvCxnSpPr>
        <p:spPr>
          <a:xfrm flipH="1">
            <a:off x="8473955" y="3780556"/>
            <a:ext cx="249218" cy="333645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线连接符 108">
            <a:extLst>
              <a:ext uri="{FF2B5EF4-FFF2-40B4-BE49-F238E27FC236}">
                <a16:creationId xmlns:a16="http://schemas.microsoft.com/office/drawing/2014/main" id="{72360E91-008C-CCE4-A5B8-2921FD536BE7}"/>
              </a:ext>
            </a:extLst>
          </p:cNvPr>
          <p:cNvCxnSpPr>
            <a:cxnSpLocks/>
            <a:stCxn id="89" idx="6"/>
            <a:endCxn id="95" idx="2"/>
          </p:cNvCxnSpPr>
          <p:nvPr/>
        </p:nvCxnSpPr>
        <p:spPr>
          <a:xfrm flipV="1">
            <a:off x="8519578" y="4222423"/>
            <a:ext cx="644995" cy="329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椭圆 111">
            <a:extLst>
              <a:ext uri="{FF2B5EF4-FFF2-40B4-BE49-F238E27FC236}">
                <a16:creationId xmlns:a16="http://schemas.microsoft.com/office/drawing/2014/main" id="{E4239FD7-A0A7-248E-8CC9-665886ABB629}"/>
              </a:ext>
            </a:extLst>
          </p:cNvPr>
          <p:cNvSpPr/>
          <p:nvPr/>
        </p:nvSpPr>
        <p:spPr>
          <a:xfrm>
            <a:off x="9164573" y="4064721"/>
            <a:ext cx="311530" cy="315404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96" name="图片 114">
            <a:extLst>
              <a:ext uri="{FF2B5EF4-FFF2-40B4-BE49-F238E27FC236}">
                <a16:creationId xmlns:a16="http://schemas.microsoft.com/office/drawing/2014/main" id="{BC8A503E-2007-3320-8DCC-CE14B54914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1817" y="3830054"/>
            <a:ext cx="194104" cy="194104"/>
          </a:xfrm>
          <a:prstGeom prst="rect">
            <a:avLst/>
          </a:prstGeom>
        </p:spPr>
      </p:pic>
      <p:pic>
        <p:nvPicPr>
          <p:cNvPr id="100" name="图片 116">
            <a:extLst>
              <a:ext uri="{FF2B5EF4-FFF2-40B4-BE49-F238E27FC236}">
                <a16:creationId xmlns:a16="http://schemas.microsoft.com/office/drawing/2014/main" id="{B0E83196-4AEF-F262-343A-3F3A78039C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4573" y="3816599"/>
            <a:ext cx="194104" cy="194104"/>
          </a:xfrm>
          <a:prstGeom prst="rect">
            <a:avLst/>
          </a:prstGeom>
        </p:spPr>
      </p:pic>
      <p:cxnSp>
        <p:nvCxnSpPr>
          <p:cNvPr id="170" name="直线连接符 107">
            <a:extLst>
              <a:ext uri="{FF2B5EF4-FFF2-40B4-BE49-F238E27FC236}">
                <a16:creationId xmlns:a16="http://schemas.microsoft.com/office/drawing/2014/main" id="{BA31A3F0-6CB1-77D3-E74B-CA33C05D1C98}"/>
              </a:ext>
            </a:extLst>
          </p:cNvPr>
          <p:cNvCxnSpPr>
            <a:cxnSpLocks/>
            <a:stCxn id="137" idx="5"/>
            <a:endCxn id="95" idx="1"/>
          </p:cNvCxnSpPr>
          <p:nvPr/>
        </p:nvCxnSpPr>
        <p:spPr>
          <a:xfrm>
            <a:off x="8943457" y="3780556"/>
            <a:ext cx="266739" cy="330355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TextBox 175">
            <a:extLst>
              <a:ext uri="{FF2B5EF4-FFF2-40B4-BE49-F238E27FC236}">
                <a16:creationId xmlns:a16="http://schemas.microsoft.com/office/drawing/2014/main" id="{FB91113C-882F-8AFF-0D62-3C0712A29CBC}"/>
              </a:ext>
            </a:extLst>
          </p:cNvPr>
          <p:cNvSpPr txBox="1"/>
          <p:nvPr/>
        </p:nvSpPr>
        <p:spPr>
          <a:xfrm>
            <a:off x="8367482" y="4266809"/>
            <a:ext cx="9316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evidence logic</a:t>
            </a:r>
          </a:p>
        </p:txBody>
      </p:sp>
      <p:cxnSp>
        <p:nvCxnSpPr>
          <p:cNvPr id="184" name="直线连接符 67">
            <a:extLst>
              <a:ext uri="{FF2B5EF4-FFF2-40B4-BE49-F238E27FC236}">
                <a16:creationId xmlns:a16="http://schemas.microsoft.com/office/drawing/2014/main" id="{8F0F8A00-1272-5CDE-D733-087CAD01DBA6}"/>
              </a:ext>
            </a:extLst>
          </p:cNvPr>
          <p:cNvCxnSpPr>
            <a:cxnSpLocks/>
          </p:cNvCxnSpPr>
          <p:nvPr/>
        </p:nvCxnSpPr>
        <p:spPr>
          <a:xfrm flipV="1">
            <a:off x="5917373" y="3175302"/>
            <a:ext cx="317593" cy="155875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椭圆 73">
            <a:extLst>
              <a:ext uri="{FF2B5EF4-FFF2-40B4-BE49-F238E27FC236}">
                <a16:creationId xmlns:a16="http://schemas.microsoft.com/office/drawing/2014/main" id="{05031EAD-2F81-C130-3D69-B9D5BC684EFB}"/>
              </a:ext>
            </a:extLst>
          </p:cNvPr>
          <p:cNvSpPr/>
          <p:nvPr/>
        </p:nvSpPr>
        <p:spPr>
          <a:xfrm>
            <a:off x="6869551" y="2883454"/>
            <a:ext cx="311530" cy="315404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92" name="直线箭头连接符 78">
            <a:extLst>
              <a:ext uri="{FF2B5EF4-FFF2-40B4-BE49-F238E27FC236}">
                <a16:creationId xmlns:a16="http://schemas.microsoft.com/office/drawing/2014/main" id="{5831B7F9-3321-7357-8D17-A8E5DF13ED40}"/>
              </a:ext>
            </a:extLst>
          </p:cNvPr>
          <p:cNvCxnSpPr>
            <a:cxnSpLocks/>
            <a:stCxn id="190" idx="3"/>
          </p:cNvCxnSpPr>
          <p:nvPr/>
        </p:nvCxnSpPr>
        <p:spPr>
          <a:xfrm flipH="1">
            <a:off x="6712857" y="3152668"/>
            <a:ext cx="202317" cy="271127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CB44D9B-C34C-4BAF-19D5-6A6921525ADE}"/>
              </a:ext>
            </a:extLst>
          </p:cNvPr>
          <p:cNvSpPr txBox="1"/>
          <p:nvPr/>
        </p:nvSpPr>
        <p:spPr>
          <a:xfrm>
            <a:off x="8056680" y="5043991"/>
            <a:ext cx="16369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</a:t>
            </a:r>
            <a:r>
              <a:rPr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</a:t>
            </a:r>
            <a:r>
              <a:rPr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Shifts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6741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479</TotalTime>
  <Words>100</Words>
  <Application>Microsoft Macintosh PowerPoint</Application>
  <PresentationFormat>Widescreen</PresentationFormat>
  <Paragraphs>37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Arial</vt:lpstr>
      <vt:lpstr>Calibri</vt:lpstr>
      <vt:lpstr>Times New Roman</vt:lpstr>
      <vt:lpstr>Office 主题​​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畅 宗</dc:creator>
  <cp:lastModifiedBy>畅 宗</cp:lastModifiedBy>
  <cp:revision>42</cp:revision>
  <dcterms:created xsi:type="dcterms:W3CDTF">2026-07-21T06:49:51Z</dcterms:created>
  <dcterms:modified xsi:type="dcterms:W3CDTF">2026-09-07T08:01:35Z</dcterms:modified>
</cp:coreProperties>
</file>